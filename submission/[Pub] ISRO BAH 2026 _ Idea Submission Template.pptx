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956347-D841-4BC4-8158-60B4D1EE47DE}">
  <a:tblStyle styleId="{0B956347-D841-4BC4-8158-60B4D1EE47D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boldItalic.fntdata"/><Relationship Id="rId11" Type="http://schemas.openxmlformats.org/officeDocument/2006/relationships/slide" Target="slides/slide5.xml"/><Relationship Id="rId22" Type="http://schemas.openxmlformats.org/officeDocument/2006/relationships/font" Target="fonts/GoogleSans-bold.fntdata"/><Relationship Id="rId10" Type="http://schemas.openxmlformats.org/officeDocument/2006/relationships/slide" Target="slides/slide4.xml"/><Relationship Id="rId21" Type="http://schemas.openxmlformats.org/officeDocument/2006/relationships/font" Target="fonts/GoogleSans-regular.fntdata"/><Relationship Id="rId13" Type="http://schemas.openxmlformats.org/officeDocument/2006/relationships/slide" Target="slides/slide7.xml"/><Relationship Id="rId24" Type="http://schemas.openxmlformats.org/officeDocument/2006/relationships/font" Target="fonts/GoogleSans-boldItalic.fntdata"/><Relationship Id="rId12" Type="http://schemas.openxmlformats.org/officeDocument/2006/relationships/slide" Target="slides/slide6.xml"/><Relationship Id="rId23" Type="http://schemas.openxmlformats.org/officeDocument/2006/relationships/font" Target="fonts/Google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oogleSansMedium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oogleSans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{0B956347-D841-4BC4-8158-60B4D1EE47DE}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Team Leader: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Name: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College: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Member-3: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b="0" i="0" lang="en-GB" sz="64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b="0" i="0" sz="64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61666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List of features offered by the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It is always better to add a few visual representations (drawings/sketches/illustrations etc.) to your presentation, it adds to the power through which it reaches the audience.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 or Use-case diagram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Add a flow diagram or a use case diagram or an architecture diagram.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Wireframes/Mock diagrams of the proposed solution (optional)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